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2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7F1F5-B72A-49CF-B8E6-C9AE85D94999}" v="91" dt="2026-03-11T01:26:49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병철 강" userId="c51a28073a4267c2" providerId="LiveId" clId="{43DD832C-333D-45EF-9D07-189E72EE2A81}"/>
    <pc:docChg chg="undo custSel addSld delSld modSld sldOrd modMainMaster">
      <pc:chgData name="병철 강" userId="c51a28073a4267c2" providerId="LiveId" clId="{43DD832C-333D-45EF-9D07-189E72EE2A81}" dt="2026-03-11T01:26:51.447" v="1299" actId="6549"/>
      <pc:docMkLst>
        <pc:docMk/>
      </pc:docMkLst>
      <pc:sldChg chg="modSp del">
        <pc:chgData name="병철 강" userId="c51a28073a4267c2" providerId="LiveId" clId="{43DD832C-333D-45EF-9D07-189E72EE2A81}" dt="2026-03-10T01:45:41.390" v="1" actId="47"/>
        <pc:sldMkLst>
          <pc:docMk/>
          <pc:sldMk cId="2886507242" sldId="256"/>
        </pc:sldMkLst>
        <pc:spChg chg="mod">
          <ac:chgData name="병철 강" userId="c51a28073a4267c2" providerId="LiveId" clId="{43DD832C-333D-45EF-9D07-189E72EE2A81}" dt="2026-03-10T01:45:38.556" v="0"/>
          <ac:spMkLst>
            <pc:docMk/>
            <pc:sldMk cId="2886507242" sldId="256"/>
            <ac:spMk id="4" creationId="{596EF528-D52B-4A30-816A-DF432FBEE783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886507242" sldId="256"/>
            <ac:spMk id="9" creationId="{377AA6C3-4068-46CF-A539-8DA1EEF0201D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886507242" sldId="256"/>
            <ac:spMk id="10" creationId="{5264D3B5-7699-4B4F-8D55-DB9643DC06C8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886507242" sldId="256"/>
            <ac:spMk id="11" creationId="{229B73BD-4B05-4F0E-9FBC-BCE97C71A7F6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886507242" sldId="256"/>
            <ac:spMk id="12" creationId="{FEF12B84-BFCF-45EA-9C88-16D93564DCA9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886507242" sldId="256"/>
            <ac:spMk id="13" creationId="{E50B52AD-37D8-4848-9F74-E3897D96BFCB}"/>
          </ac:spMkLst>
        </pc:spChg>
        <pc:picChg chg="mod">
          <ac:chgData name="병철 강" userId="c51a28073a4267c2" providerId="LiveId" clId="{43DD832C-333D-45EF-9D07-189E72EE2A81}" dt="2026-03-10T01:45:38.556" v="0"/>
          <ac:picMkLst>
            <pc:docMk/>
            <pc:sldMk cId="2886507242" sldId="256"/>
            <ac:picMk id="6" creationId="{43CC236B-29BD-45CD-86AC-2D0CEFE5E5D2}"/>
          </ac:picMkLst>
        </pc:picChg>
        <pc:picChg chg="mod">
          <ac:chgData name="병철 강" userId="c51a28073a4267c2" providerId="LiveId" clId="{43DD832C-333D-45EF-9D07-189E72EE2A81}" dt="2026-03-10T01:45:38.556" v="0"/>
          <ac:picMkLst>
            <pc:docMk/>
            <pc:sldMk cId="2886507242" sldId="256"/>
            <ac:picMk id="8" creationId="{95A432AB-E17C-4973-B205-C65C0514BF85}"/>
          </ac:picMkLst>
        </pc:picChg>
      </pc:sldChg>
      <pc:sldChg chg="modSp del">
        <pc:chgData name="병철 강" userId="c51a28073a4267c2" providerId="LiveId" clId="{43DD832C-333D-45EF-9D07-189E72EE2A81}" dt="2026-03-10T01:45:41.390" v="1" actId="47"/>
        <pc:sldMkLst>
          <pc:docMk/>
          <pc:sldMk cId="2500197504" sldId="260"/>
        </pc:sldMkLst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6" creationId="{A170E10C-4AA0-4DE5-A78B-41123C52F1CF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9" creationId="{FF86BD95-3E73-4E5A-9CDD-C7F5409C51F3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14" creationId="{6163D8B7-E9A8-49A5-86D2-C601E6821C4A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15" creationId="{8FF133C2-F47E-42AE-9BE0-62DC10972C94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16" creationId="{7BC4A12F-A005-4B2F-A2E6-74CCA1202EE8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17" creationId="{37364AF8-5DE1-412A-958A-20F5FBD92AF6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19" creationId="{080B1C32-EECE-468D-965D-F4A0D9CCD395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20" creationId="{38D00B77-1A25-4E46-98F1-517CC06DB254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22" creationId="{8A211AD3-F514-495B-856C-96277029FBFA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2500197504" sldId="260"/>
            <ac:spMk id="23" creationId="{BEC42142-685B-4F88-A509-CF1F343BA21B}"/>
          </ac:spMkLst>
        </pc:spChg>
      </pc:sldChg>
      <pc:sldChg chg="modSp del">
        <pc:chgData name="병철 강" userId="c51a28073a4267c2" providerId="LiveId" clId="{43DD832C-333D-45EF-9D07-189E72EE2A81}" dt="2026-03-10T01:45:41.390" v="1" actId="47"/>
        <pc:sldMkLst>
          <pc:docMk/>
          <pc:sldMk cId="4285319839" sldId="261"/>
        </pc:sldMkLst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6" creationId="{A170E10C-4AA0-4DE5-A78B-41123C52F1CF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18" creationId="{4A281EB7-0DCA-4595-AD21-1743CB69C423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20" creationId="{5C6E3E79-7C5A-46AB-A3B8-6DB88F6D3A99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30" creationId="{C3BB19F3-A721-49BA-B10B-EF3EFFD9F4B9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33" creationId="{CE60B391-8E3C-4D64-8C01-5D6B37199D3B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35" creationId="{40721FEA-F420-4E35-A139-569433E6B595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37" creationId="{45B9FDBA-0056-4579-8E49-8B7F51520193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40" creationId="{ACF3E6E1-6EFB-410E-A569-919C48681F52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41" creationId="{B39E4A03-9D3A-4243-9E06-EF13A139BE7C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4285319839" sldId="261"/>
            <ac:spMk id="42" creationId="{F849DE07-DB9C-4BA6-B7C9-17AFC037E0A8}"/>
          </ac:spMkLst>
        </pc:spChg>
      </pc:sldChg>
      <pc:sldChg chg="addSp delSp modSp mod ord">
        <pc:chgData name="병철 강" userId="c51a28073a4267c2" providerId="LiveId" clId="{43DD832C-333D-45EF-9D07-189E72EE2A81}" dt="2026-03-11T01:26:42.267" v="1297" actId="6549"/>
        <pc:sldMkLst>
          <pc:docMk/>
          <pc:sldMk cId="700394853" sldId="262"/>
        </pc:sldMkLst>
        <pc:spChg chg="del mod">
          <ac:chgData name="병철 강" userId="c51a28073a4267c2" providerId="LiveId" clId="{43DD832C-333D-45EF-9D07-189E72EE2A81}" dt="2026-03-10T01:47:01.428" v="131" actId="478"/>
          <ac:spMkLst>
            <pc:docMk/>
            <pc:sldMk cId="700394853" sldId="262"/>
            <ac:spMk id="3" creationId="{00000000-0000-0000-0000-000000000000}"/>
          </ac:spMkLst>
        </pc:spChg>
        <pc:spChg chg="del mod">
          <ac:chgData name="병철 강" userId="c51a28073a4267c2" providerId="LiveId" clId="{43DD832C-333D-45EF-9D07-189E72EE2A81}" dt="2026-03-10T01:47:43.433" v="243" actId="478"/>
          <ac:spMkLst>
            <pc:docMk/>
            <pc:sldMk cId="700394853" sldId="262"/>
            <ac:spMk id="4" creationId="{00000000-0000-0000-0000-000000000000}"/>
          </ac:spMkLst>
        </pc:spChg>
        <pc:spChg chg="del mod">
          <ac:chgData name="병철 강" userId="c51a28073a4267c2" providerId="LiveId" clId="{43DD832C-333D-45EF-9D07-189E72EE2A81}" dt="2026-03-10T01:47:43.433" v="243" actId="478"/>
          <ac:spMkLst>
            <pc:docMk/>
            <pc:sldMk cId="700394853" sldId="262"/>
            <ac:spMk id="6" creationId="{00000000-0000-0000-0000-000000000000}"/>
          </ac:spMkLst>
        </pc:spChg>
        <pc:spChg chg="del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7" creationId="{B3F4CEAA-9814-3BA0-A1C9-968CC77BF19D}"/>
          </ac:spMkLst>
        </pc:spChg>
        <pc:spChg chg="del mod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8" creationId="{DEEAC0FD-C0AD-12E8-9E07-92A0A506A938}"/>
          </ac:spMkLst>
        </pc:spChg>
        <pc:spChg chg="add mod">
          <ac:chgData name="병철 강" userId="c51a28073a4267c2" providerId="LiveId" clId="{43DD832C-333D-45EF-9D07-189E72EE2A81}" dt="2026-03-10T01:54:11.102" v="588"/>
          <ac:spMkLst>
            <pc:docMk/>
            <pc:sldMk cId="700394853" sldId="262"/>
            <ac:spMk id="9" creationId="{36AA1D92-2500-90D2-A302-C0DBDEC3B449}"/>
          </ac:spMkLst>
        </pc:spChg>
        <pc:spChg chg="mod">
          <ac:chgData name="병철 강" userId="c51a28073a4267c2" providerId="LiveId" clId="{43DD832C-333D-45EF-9D07-189E72EE2A81}" dt="2026-03-10T02:14:48.321" v="590" actId="1076"/>
          <ac:spMkLst>
            <pc:docMk/>
            <pc:sldMk cId="700394853" sldId="262"/>
            <ac:spMk id="14" creationId="{9DF5EE92-5742-5AEA-5EFC-FA2D25D6B0BB}"/>
          </ac:spMkLst>
        </pc:spChg>
        <pc:spChg chg="add mod">
          <ac:chgData name="병철 강" userId="c51a28073a4267c2" providerId="LiveId" clId="{43DD832C-333D-45EF-9D07-189E72EE2A81}" dt="2026-03-10T02:14:48.321" v="590" actId="1076"/>
          <ac:spMkLst>
            <pc:docMk/>
            <pc:sldMk cId="700394853" sldId="262"/>
            <ac:spMk id="15" creationId="{A5B98F70-38BD-733F-FD77-EB604DDDBB56}"/>
          </ac:spMkLst>
        </pc:spChg>
        <pc:spChg chg="add mod">
          <ac:chgData name="병철 강" userId="c51a28073a4267c2" providerId="LiveId" clId="{43DD832C-333D-45EF-9D07-189E72EE2A81}" dt="2026-03-10T02:14:48.321" v="590" actId="1076"/>
          <ac:spMkLst>
            <pc:docMk/>
            <pc:sldMk cId="700394853" sldId="262"/>
            <ac:spMk id="16" creationId="{DBEE4B8E-E6DB-1837-0D39-E080DC22339D}"/>
          </ac:spMkLst>
        </pc:spChg>
        <pc:spChg chg="mod">
          <ac:chgData name="병철 강" userId="c51a28073a4267c2" providerId="LiveId" clId="{43DD832C-333D-45EF-9D07-189E72EE2A81}" dt="2026-03-11T00:43:09.333" v="1207" actId="20577"/>
          <ac:spMkLst>
            <pc:docMk/>
            <pc:sldMk cId="700394853" sldId="262"/>
            <ac:spMk id="27" creationId="{00000000-0000-0000-0000-000000000000}"/>
          </ac:spMkLst>
        </pc:spChg>
        <pc:spChg chg="mod">
          <ac:chgData name="병철 강" userId="c51a28073a4267c2" providerId="LiveId" clId="{43DD832C-333D-45EF-9D07-189E72EE2A81}" dt="2026-03-11T01:26:42.267" v="1297" actId="6549"/>
          <ac:spMkLst>
            <pc:docMk/>
            <pc:sldMk cId="700394853" sldId="262"/>
            <ac:spMk id="43" creationId="{00000000-0000-0000-0000-000000000000}"/>
          </ac:spMkLst>
        </pc:spChg>
        <pc:spChg chg="del mod">
          <ac:chgData name="병철 강" userId="c51a28073a4267c2" providerId="LiveId" clId="{43DD832C-333D-45EF-9D07-189E72EE2A81}" dt="2026-03-10T01:48:30.809" v="252" actId="478"/>
          <ac:spMkLst>
            <pc:docMk/>
            <pc:sldMk cId="700394853" sldId="262"/>
            <ac:spMk id="44" creationId="{00000000-0000-0000-0000-000000000000}"/>
          </ac:spMkLst>
        </pc:spChg>
        <pc:spChg chg="del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45" creationId="{00000000-0000-0000-0000-000000000000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k cId="700394853" sldId="262"/>
            <ac:spMk id="47" creationId="{00000000-0000-0000-0000-000000000000}"/>
          </ac:spMkLst>
        </pc:spChg>
        <pc:spChg chg="del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48" creationId="{00000000-0000-0000-0000-000000000000}"/>
          </ac:spMkLst>
        </pc:spChg>
        <pc:spChg chg="del mod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49" creationId="{00000000-0000-0000-0000-000000000000}"/>
          </ac:spMkLst>
        </pc:spChg>
        <pc:spChg chg="del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50" creationId="{00000000-0000-0000-0000-000000000000}"/>
          </ac:spMkLst>
        </pc:spChg>
        <pc:spChg chg="del mod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51" creationId="{00000000-0000-0000-0000-000000000000}"/>
          </ac:spMkLst>
        </pc:spChg>
        <pc:spChg chg="del mod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52" creationId="{00000000-0000-0000-0000-000000000000}"/>
          </ac:spMkLst>
        </pc:spChg>
        <pc:spChg chg="del mod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54" creationId="{00000000-0000-0000-0000-000000000000}"/>
          </ac:spMkLst>
        </pc:spChg>
        <pc:spChg chg="del">
          <ac:chgData name="병철 강" userId="c51a28073a4267c2" providerId="LiveId" clId="{43DD832C-333D-45EF-9D07-189E72EE2A81}" dt="2026-03-10T01:45:47.394" v="3" actId="478"/>
          <ac:spMkLst>
            <pc:docMk/>
            <pc:sldMk cId="700394853" sldId="262"/>
            <ac:spMk id="56" creationId="{00000000-0000-0000-0000-000000000000}"/>
          </ac:spMkLst>
        </pc:spChg>
        <pc:picChg chg="del">
          <ac:chgData name="병철 강" userId="c51a28073a4267c2" providerId="LiveId" clId="{43DD832C-333D-45EF-9D07-189E72EE2A81}" dt="2026-03-10T01:47:43.433" v="243" actId="478"/>
          <ac:picMkLst>
            <pc:docMk/>
            <pc:sldMk cId="700394853" sldId="262"/>
            <ac:picMk id="2" creationId="{00000000-0000-0000-0000-000000000000}"/>
          </ac:picMkLst>
        </pc:picChg>
        <pc:picChg chg="add mod">
          <ac:chgData name="병철 강" userId="c51a28073a4267c2" providerId="LiveId" clId="{43DD832C-333D-45EF-9D07-189E72EE2A81}" dt="2026-03-10T02:14:48.321" v="590" actId="1076"/>
          <ac:picMkLst>
            <pc:docMk/>
            <pc:sldMk cId="700394853" sldId="262"/>
            <ac:picMk id="11" creationId="{73708159-2F0C-1CFC-0EE8-DB888333054D}"/>
          </ac:picMkLst>
        </pc:picChg>
        <pc:picChg chg="add mod">
          <ac:chgData name="병철 강" userId="c51a28073a4267c2" providerId="LiveId" clId="{43DD832C-333D-45EF-9D07-189E72EE2A81}" dt="2026-03-10T02:14:48.321" v="590" actId="1076"/>
          <ac:picMkLst>
            <pc:docMk/>
            <pc:sldMk cId="700394853" sldId="262"/>
            <ac:picMk id="13" creationId="{6A1F6BE2-CB9F-9679-A644-4A846D035710}"/>
          </ac:picMkLst>
        </pc:picChg>
      </pc:sldChg>
      <pc:sldChg chg="addSp delSp modSp add mod ord">
        <pc:chgData name="병철 강" userId="c51a28073a4267c2" providerId="LiveId" clId="{43DD832C-333D-45EF-9D07-189E72EE2A81}" dt="2026-03-11T01:26:51.447" v="1299" actId="6549"/>
        <pc:sldMkLst>
          <pc:docMk/>
          <pc:sldMk cId="2961599772" sldId="263"/>
        </pc:sldMkLst>
        <pc:spChg chg="add mod">
          <ac:chgData name="병철 강" userId="c51a28073a4267c2" providerId="LiveId" clId="{43DD832C-333D-45EF-9D07-189E72EE2A81}" dt="2026-03-10T05:00:42.491" v="1086" actId="1076"/>
          <ac:spMkLst>
            <pc:docMk/>
            <pc:sldMk cId="2961599772" sldId="263"/>
            <ac:spMk id="4" creationId="{380C86FC-AB2B-8FB1-E601-DF1D15E46AB5}"/>
          </ac:spMkLst>
        </pc:spChg>
        <pc:spChg chg="mod">
          <ac:chgData name="병철 강" userId="c51a28073a4267c2" providerId="LiveId" clId="{43DD832C-333D-45EF-9D07-189E72EE2A81}" dt="2026-03-11T00:42:49.627" v="1200" actId="20577"/>
          <ac:spMkLst>
            <pc:docMk/>
            <pc:sldMk cId="2961599772" sldId="263"/>
            <ac:spMk id="9" creationId="{20AE4044-67E3-5C8A-FB0F-B02BEADFD4E5}"/>
          </ac:spMkLst>
        </pc:spChg>
        <pc:spChg chg="del">
          <ac:chgData name="병철 강" userId="c51a28073a4267c2" providerId="LiveId" clId="{43DD832C-333D-45EF-9D07-189E72EE2A81}" dt="2026-03-10T03:55:39.457" v="835" actId="478"/>
          <ac:spMkLst>
            <pc:docMk/>
            <pc:sldMk cId="2961599772" sldId="263"/>
            <ac:spMk id="14" creationId="{21A79819-3972-1C82-2867-682503BC177B}"/>
          </ac:spMkLst>
        </pc:spChg>
        <pc:spChg chg="del">
          <ac:chgData name="병철 강" userId="c51a28073a4267c2" providerId="LiveId" clId="{43DD832C-333D-45EF-9D07-189E72EE2A81}" dt="2026-03-10T03:55:39.457" v="835" actId="478"/>
          <ac:spMkLst>
            <pc:docMk/>
            <pc:sldMk cId="2961599772" sldId="263"/>
            <ac:spMk id="15" creationId="{B13E2A35-7A59-A176-B2E4-74D67948A392}"/>
          </ac:spMkLst>
        </pc:spChg>
        <pc:spChg chg="del">
          <ac:chgData name="병철 강" userId="c51a28073a4267c2" providerId="LiveId" clId="{43DD832C-333D-45EF-9D07-189E72EE2A81}" dt="2026-03-10T03:55:39.457" v="835" actId="478"/>
          <ac:spMkLst>
            <pc:docMk/>
            <pc:sldMk cId="2961599772" sldId="263"/>
            <ac:spMk id="16" creationId="{364F9E6D-46D1-09C5-BA8E-5FAA4E3E149A}"/>
          </ac:spMkLst>
        </pc:spChg>
        <pc:spChg chg="mod">
          <ac:chgData name="병철 강" userId="c51a28073a4267c2" providerId="LiveId" clId="{43DD832C-333D-45EF-9D07-189E72EE2A81}" dt="2026-03-11T00:43:12.148" v="1208" actId="20577"/>
          <ac:spMkLst>
            <pc:docMk/>
            <pc:sldMk cId="2961599772" sldId="263"/>
            <ac:spMk id="27" creationId="{8CD0D0CC-3C5A-D8EF-6ABD-C4F0AAB5C643}"/>
          </ac:spMkLst>
        </pc:spChg>
        <pc:spChg chg="mod">
          <ac:chgData name="병철 강" userId="c51a28073a4267c2" providerId="LiveId" clId="{43DD832C-333D-45EF-9D07-189E72EE2A81}" dt="2026-03-11T01:26:51.447" v="1299" actId="6549"/>
          <ac:spMkLst>
            <pc:docMk/>
            <pc:sldMk cId="2961599772" sldId="263"/>
            <ac:spMk id="43" creationId="{513014FD-A01B-D235-A95C-9FD3356143A0}"/>
          </ac:spMkLst>
        </pc:spChg>
        <pc:picChg chg="add mod">
          <ac:chgData name="병철 강" userId="c51a28073a4267c2" providerId="LiveId" clId="{43DD832C-333D-45EF-9D07-189E72EE2A81}" dt="2026-03-10T05:00:42.491" v="1086" actId="1076"/>
          <ac:picMkLst>
            <pc:docMk/>
            <pc:sldMk cId="2961599772" sldId="263"/>
            <ac:picMk id="3" creationId="{C403C7EB-DDAF-9CCE-44E0-198CEAA4CA3D}"/>
          </ac:picMkLst>
        </pc:picChg>
        <pc:picChg chg="del">
          <ac:chgData name="병철 강" userId="c51a28073a4267c2" providerId="LiveId" clId="{43DD832C-333D-45EF-9D07-189E72EE2A81}" dt="2026-03-10T03:55:39.457" v="835" actId="478"/>
          <ac:picMkLst>
            <pc:docMk/>
            <pc:sldMk cId="2961599772" sldId="263"/>
            <ac:picMk id="11" creationId="{A795B62C-BAD1-AFDC-2B15-C2EC0CB67E3E}"/>
          </ac:picMkLst>
        </pc:picChg>
        <pc:picChg chg="del">
          <ac:chgData name="병철 강" userId="c51a28073a4267c2" providerId="LiveId" clId="{43DD832C-333D-45EF-9D07-189E72EE2A81}" dt="2026-03-10T03:55:39.457" v="835" actId="478"/>
          <ac:picMkLst>
            <pc:docMk/>
            <pc:sldMk cId="2961599772" sldId="263"/>
            <ac:picMk id="13" creationId="{C5EDFACC-9BFE-58F2-5301-8B80D41CBDBE}"/>
          </ac:picMkLst>
        </pc:picChg>
      </pc:sldChg>
      <pc:sldMasterChg chg="modSp modSldLayout">
        <pc:chgData name="병철 강" userId="c51a28073a4267c2" providerId="LiveId" clId="{43DD832C-333D-45EF-9D07-189E72EE2A81}" dt="2026-03-10T01:45:38.556" v="0"/>
        <pc:sldMasterMkLst>
          <pc:docMk/>
          <pc:sldMasterMk cId="3974205895" sldId="2147483648"/>
        </pc:sldMasterMkLst>
        <pc:spChg chg="mod">
          <ac:chgData name="병철 강" userId="c51a28073a4267c2" providerId="LiveId" clId="{43DD832C-333D-45EF-9D07-189E72EE2A81}" dt="2026-03-10T01:45:38.556" v="0"/>
          <ac:spMkLst>
            <pc:docMk/>
            <pc:sldMasterMk cId="3974205895" sldId="2147483648"/>
            <ac:spMk id="2" creationId="{20D7D2D6-6530-48A1-8C5D-ED756AB75BB7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asterMk cId="3974205895" sldId="2147483648"/>
            <ac:spMk id="3" creationId="{0EBF4FF1-8BAA-416C-9872-2CEDDCC5B094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asterMk cId="3974205895" sldId="2147483648"/>
            <ac:spMk id="4" creationId="{4EAB7B57-DCE9-4723-9103-EB0896963618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asterMk cId="3974205895" sldId="2147483648"/>
            <ac:spMk id="5" creationId="{E123F178-420D-46DB-9A48-F6A157F1DC07}"/>
          </ac:spMkLst>
        </pc:spChg>
        <pc:spChg chg="mod">
          <ac:chgData name="병철 강" userId="c51a28073a4267c2" providerId="LiveId" clId="{43DD832C-333D-45EF-9D07-189E72EE2A81}" dt="2026-03-10T01:45:38.556" v="0"/>
          <ac:spMkLst>
            <pc:docMk/>
            <pc:sldMasterMk cId="3974205895" sldId="2147483648"/>
            <ac:spMk id="6" creationId="{0C541AAA-2B49-4316-97FE-EAF33D5B3291}"/>
          </ac:spMkLst>
        </pc:spChg>
        <pc:sldLayoutChg chg="modSp">
          <pc:chgData name="병철 강" userId="c51a28073a4267c2" providerId="LiveId" clId="{43DD832C-333D-45EF-9D07-189E72EE2A81}" dt="2026-03-10T01:45:38.556" v="0"/>
          <pc:sldLayoutMkLst>
            <pc:docMk/>
            <pc:sldMasterMk cId="3974205895" sldId="2147483648"/>
            <pc:sldLayoutMk cId="2108773732" sldId="2147483649"/>
          </pc:sldLayoutMkLst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108773732" sldId="2147483649"/>
              <ac:spMk id="2" creationId="{AF180CED-F79D-42B1-9F28-4AF8A7CE06D2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108773732" sldId="2147483649"/>
              <ac:spMk id="3" creationId="{A1CEAEEC-D79F-424E-B842-9EAB40B5DCB0}"/>
            </ac:spMkLst>
          </pc:spChg>
        </pc:sldLayoutChg>
        <pc:sldLayoutChg chg="modSp">
          <pc:chgData name="병철 강" userId="c51a28073a4267c2" providerId="LiveId" clId="{43DD832C-333D-45EF-9D07-189E72EE2A81}" dt="2026-03-10T01:45:38.556" v="0"/>
          <pc:sldLayoutMkLst>
            <pc:docMk/>
            <pc:sldMasterMk cId="3974205895" sldId="2147483648"/>
            <pc:sldLayoutMk cId="442845055" sldId="2147483651"/>
          </pc:sldLayoutMkLst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442845055" sldId="2147483651"/>
              <ac:spMk id="2" creationId="{B2D819A2-BB0D-475C-B040-46C6B6E98872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442845055" sldId="2147483651"/>
              <ac:spMk id="3" creationId="{00EDD954-F96D-4E8A-8C4E-9A46F76D409E}"/>
            </ac:spMkLst>
          </pc:spChg>
        </pc:sldLayoutChg>
        <pc:sldLayoutChg chg="modSp">
          <pc:chgData name="병철 강" userId="c51a28073a4267c2" providerId="LiveId" clId="{43DD832C-333D-45EF-9D07-189E72EE2A81}" dt="2026-03-10T01:45:38.556" v="0"/>
          <pc:sldLayoutMkLst>
            <pc:docMk/>
            <pc:sldMasterMk cId="3974205895" sldId="2147483648"/>
            <pc:sldLayoutMk cId="1492919959" sldId="2147483652"/>
          </pc:sldLayoutMkLst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1492919959" sldId="2147483652"/>
              <ac:spMk id="3" creationId="{3064E038-15B1-4AAD-9BE2-D6719C1D81B2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1492919959" sldId="2147483652"/>
              <ac:spMk id="4" creationId="{D971885D-CEA8-4F77-80A1-CC590A234ACA}"/>
            </ac:spMkLst>
          </pc:spChg>
        </pc:sldLayoutChg>
        <pc:sldLayoutChg chg="modSp">
          <pc:chgData name="병철 강" userId="c51a28073a4267c2" providerId="LiveId" clId="{43DD832C-333D-45EF-9D07-189E72EE2A81}" dt="2026-03-10T01:45:38.556" v="0"/>
          <pc:sldLayoutMkLst>
            <pc:docMk/>
            <pc:sldMasterMk cId="3974205895" sldId="2147483648"/>
            <pc:sldLayoutMk cId="2111611440" sldId="2147483653"/>
          </pc:sldLayoutMkLst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111611440" sldId="2147483653"/>
              <ac:spMk id="2" creationId="{9DFE0CB2-F911-4634-A4D0-C71A1BAA113A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111611440" sldId="2147483653"/>
              <ac:spMk id="3" creationId="{323B80DE-4B4A-4B62-95E7-7D32E6F9A699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111611440" sldId="2147483653"/>
              <ac:spMk id="4" creationId="{2F1D635A-16B1-478A-8135-5D4E0F667C14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111611440" sldId="2147483653"/>
              <ac:spMk id="5" creationId="{F4121C17-03C8-451A-82E1-951F8084B6C6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111611440" sldId="2147483653"/>
              <ac:spMk id="6" creationId="{5F3E2EA3-118E-4D69-9EF1-DDDBDE45E886}"/>
            </ac:spMkLst>
          </pc:spChg>
        </pc:sldLayoutChg>
        <pc:sldLayoutChg chg="modSp">
          <pc:chgData name="병철 강" userId="c51a28073a4267c2" providerId="LiveId" clId="{43DD832C-333D-45EF-9D07-189E72EE2A81}" dt="2026-03-10T01:45:38.556" v="0"/>
          <pc:sldLayoutMkLst>
            <pc:docMk/>
            <pc:sldMasterMk cId="3974205895" sldId="2147483648"/>
            <pc:sldLayoutMk cId="1980428238" sldId="2147483656"/>
          </pc:sldLayoutMkLst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1980428238" sldId="2147483656"/>
              <ac:spMk id="2" creationId="{25818FDB-4271-43E6-8141-91B2B15D5BF6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1980428238" sldId="2147483656"/>
              <ac:spMk id="3" creationId="{6E8FD716-D4F8-4C6B-BD2F-4FE5A7837B3E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1980428238" sldId="2147483656"/>
              <ac:spMk id="4" creationId="{A75287BB-BC01-4841-A444-7476E3B1402D}"/>
            </ac:spMkLst>
          </pc:spChg>
        </pc:sldLayoutChg>
        <pc:sldLayoutChg chg="modSp">
          <pc:chgData name="병철 강" userId="c51a28073a4267c2" providerId="LiveId" clId="{43DD832C-333D-45EF-9D07-189E72EE2A81}" dt="2026-03-10T01:45:38.556" v="0"/>
          <pc:sldLayoutMkLst>
            <pc:docMk/>
            <pc:sldMasterMk cId="3974205895" sldId="2147483648"/>
            <pc:sldLayoutMk cId="2284001978" sldId="2147483657"/>
          </pc:sldLayoutMkLst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284001978" sldId="2147483657"/>
              <ac:spMk id="2" creationId="{1BCB01E4-9F4B-4E5A-B9F6-61F2E5165C05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284001978" sldId="2147483657"/>
              <ac:spMk id="3" creationId="{864D2A67-DA1A-4060-898E-532A4E75E906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2284001978" sldId="2147483657"/>
              <ac:spMk id="4" creationId="{97C2D2F6-0972-4EB2-A366-E42DFE6ABEFC}"/>
            </ac:spMkLst>
          </pc:spChg>
        </pc:sldLayoutChg>
        <pc:sldLayoutChg chg="modSp">
          <pc:chgData name="병철 강" userId="c51a28073a4267c2" providerId="LiveId" clId="{43DD832C-333D-45EF-9D07-189E72EE2A81}" dt="2026-03-10T01:45:38.556" v="0"/>
          <pc:sldLayoutMkLst>
            <pc:docMk/>
            <pc:sldMasterMk cId="3974205895" sldId="2147483648"/>
            <pc:sldLayoutMk cId="1912197621" sldId="2147483659"/>
          </pc:sldLayoutMkLst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1912197621" sldId="2147483659"/>
              <ac:spMk id="2" creationId="{786F5A4F-7484-4D2D-A08E-8517CE8EB3A1}"/>
            </ac:spMkLst>
          </pc:spChg>
          <pc:spChg chg="mod">
            <ac:chgData name="병철 강" userId="c51a28073a4267c2" providerId="LiveId" clId="{43DD832C-333D-45EF-9D07-189E72EE2A81}" dt="2026-03-10T01:45:38.556" v="0"/>
            <ac:spMkLst>
              <pc:docMk/>
              <pc:sldMasterMk cId="3974205895" sldId="2147483648"/>
              <pc:sldLayoutMk cId="1912197621" sldId="2147483659"/>
              <ac:spMk id="3" creationId="{CA285865-530D-453A-9F42-2FEF79EF48BA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90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1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65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06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440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76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5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30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150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22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0D8B1-C5AB-49EC-A459-456B36A398E7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CAC2D-6DA7-4DF9-A939-97AD09B282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29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68957-1936-0CB5-6A68-2FF0D42D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8CD0D0CC-3C5A-D8EF-6ABD-C4F0AAB5C643}"/>
              </a:ext>
            </a:extLst>
          </p:cNvPr>
          <p:cNvSpPr txBox="1"/>
          <p:nvPr/>
        </p:nvSpPr>
        <p:spPr>
          <a:xfrm>
            <a:off x="141506" y="226128"/>
            <a:ext cx="2497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</a:t>
            </a:r>
            <a:r>
              <a:rPr lang="en-US" altLang="ko-KR" sz="1400" b="1" dirty="0" smtClean="0">
                <a:latin typeface="+mn-ea"/>
              </a:rPr>
              <a:t>. </a:t>
            </a:r>
            <a:r>
              <a:rPr lang="ko-KR" altLang="en-US" sz="1400" b="1" dirty="0" err="1" smtClean="0">
                <a:latin typeface="+mn-ea"/>
              </a:rPr>
              <a:t>카드발급기</a:t>
            </a:r>
            <a:r>
              <a:rPr lang="ko-KR" altLang="en-US" sz="1400" b="1" dirty="0" smtClean="0">
                <a:latin typeface="+mn-ea"/>
              </a:rPr>
              <a:t> 드라이버 설치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13014FD-A01B-D235-A95C-9FD3356143A0}"/>
              </a:ext>
            </a:extLst>
          </p:cNvPr>
          <p:cNvSpPr/>
          <p:nvPr/>
        </p:nvSpPr>
        <p:spPr>
          <a:xfrm>
            <a:off x="462874" y="1116333"/>
            <a:ext cx="6160743" cy="1782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OS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업그레이드</a:t>
            </a:r>
            <a:endParaRPr lang="en-US" altLang="ko-KR" sz="1100" kern="100" dirty="0">
              <a:latin typeface="+mn-ea"/>
              <a:cs typeface="Times New Roman" panose="02020603050405020304" pitchFamily="18" charset="0"/>
            </a:endParaRPr>
          </a:p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 err="1">
                <a:latin typeface="+mn-ea"/>
                <a:cs typeface="Times New Roman" panose="02020603050405020304" pitchFamily="18" charset="0"/>
              </a:rPr>
              <a:t>즉발기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드라이버 설치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100" kern="100" dirty="0" err="1">
                <a:latin typeface="+mn-ea"/>
                <a:cs typeface="Times New Roman" panose="02020603050405020304" pitchFamily="18" charset="0"/>
              </a:rPr>
              <a:t>툴바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-&gt;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즐겨찾기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-&gt; 6.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응용프로그램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-&gt;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카드발급기 설치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바탕화면에 아이콘 생성 확인</a:t>
            </a:r>
            <a:endParaRPr lang="en-US" altLang="ko-KR" sz="1100" kern="100" dirty="0">
              <a:latin typeface="+mn-ea"/>
              <a:cs typeface="Times New Roman" panose="02020603050405020304" pitchFamily="18" charset="0"/>
            </a:endParaRPr>
          </a:p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상주담당자에게 완료 보고</a:t>
            </a:r>
            <a:endParaRPr lang="en-US" altLang="ko-KR" sz="1100" kern="100" dirty="0">
              <a:latin typeface="+mn-ea"/>
              <a:cs typeface="Times New Roman" panose="02020603050405020304" pitchFamily="18" charset="0"/>
            </a:endParaRPr>
          </a:p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FontTx/>
              <a:buAutoNum type="arabicPeriod"/>
            </a:pP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지점에 유지보수 업체 안내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100" kern="100" dirty="0" err="1">
                <a:latin typeface="+mn-ea"/>
                <a:cs typeface="Times New Roman" panose="02020603050405020304" pitchFamily="18" charset="0"/>
              </a:rPr>
              <a:t>제로원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02-476-0379)</a:t>
            </a:r>
            <a:endParaRPr lang="ko-KR" altLang="ko-KR" sz="11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E4044-67E3-5C8A-FB0F-B02BEADFD4E5}"/>
              </a:ext>
            </a:extLst>
          </p:cNvPr>
          <p:cNvSpPr txBox="1"/>
          <p:nvPr/>
        </p:nvSpPr>
        <p:spPr>
          <a:xfrm>
            <a:off x="293906" y="842393"/>
            <a:ext cx="2710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+mn-ea"/>
              </a:rPr>
              <a:t>카드발급기 드라이버 설치 작업 순서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03C7EB-DDAF-9CCE-44E0-198CEAA4C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26" y="3093691"/>
            <a:ext cx="1077054" cy="1090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0C86FC-AB2B-8FB1-E601-DF1D15E46AB5}"/>
              </a:ext>
            </a:extLst>
          </p:cNvPr>
          <p:cNvSpPr txBox="1"/>
          <p:nvPr/>
        </p:nvSpPr>
        <p:spPr>
          <a:xfrm>
            <a:off x="680626" y="4082953"/>
            <a:ext cx="1548806" cy="48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6087" algn="ctr">
              <a:lnSpc>
                <a:spcPct val="200000"/>
              </a:lnSpc>
              <a:spcAft>
                <a:spcPts val="113"/>
              </a:spcAft>
            </a:pPr>
            <a:r>
              <a:rPr lang="ko-KR" altLang="en-US" sz="1500" b="1" kern="100" err="1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발급기</a:t>
            </a:r>
            <a:r>
              <a:rPr lang="ko-KR" altLang="en-US" sz="15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 아이콘</a:t>
            </a:r>
            <a:endParaRPr lang="ko-KR" altLang="ko-KR" sz="1500" b="1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59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141506" y="226128"/>
            <a:ext cx="2560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</a:t>
            </a:r>
            <a:r>
              <a:rPr lang="en-US" altLang="ko-KR" sz="1400" b="1" dirty="0" smtClean="0">
                <a:latin typeface="+mn-ea"/>
              </a:rPr>
              <a:t>.</a:t>
            </a:r>
            <a:r>
              <a:rPr lang="ko-KR" altLang="en-US" sz="1400" b="1" dirty="0" smtClean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카드발급기 펌웨어 메뉴얼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462874" y="1116333"/>
            <a:ext cx="7817526" cy="1782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 err="1">
                <a:latin typeface="+mn-ea"/>
                <a:cs typeface="Times New Roman" panose="02020603050405020304" pitchFamily="18" charset="0"/>
              </a:rPr>
              <a:t>즉발기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버전 확인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(2025.XX.XX(V450))</a:t>
            </a:r>
          </a:p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펌웨어 실시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100" kern="100" dirty="0" err="1">
                <a:latin typeface="+mn-ea"/>
                <a:cs typeface="Times New Roman" panose="02020603050405020304" pitchFamily="18" charset="0"/>
              </a:rPr>
              <a:t>툴바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-&gt;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즐겨찾기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-&gt; 6.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응용프로그램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-&gt;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카드발급기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_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펌웨어 업데이트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-&gt; 3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분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~5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분 실행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블랙아웃상태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 err="1">
                <a:latin typeface="+mn-ea"/>
                <a:cs typeface="Times New Roman" panose="02020603050405020304" pitchFamily="18" charset="0"/>
              </a:rPr>
              <a:t>즉발기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버전 확인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(2026.03.09(V451)) </a:t>
            </a:r>
          </a:p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상주담당자에게 완료 보고</a:t>
            </a:r>
            <a:endParaRPr lang="en-US" altLang="ko-KR" sz="1100" kern="100" dirty="0">
              <a:latin typeface="+mn-ea"/>
              <a:cs typeface="Times New Roman" panose="02020603050405020304" pitchFamily="18" charset="0"/>
            </a:endParaRPr>
          </a:p>
          <a:p>
            <a:pPr marL="128588" marR="126087" indent="-128588">
              <a:lnSpc>
                <a:spcPct val="200000"/>
              </a:lnSpc>
              <a:spcAft>
                <a:spcPts val="113"/>
              </a:spcAft>
              <a:buAutoNum type="arabicPeriod"/>
            </a:pP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지점에 유지보수 업체 안내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100" kern="100" dirty="0" err="1">
                <a:latin typeface="+mn-ea"/>
                <a:cs typeface="Times New Roman" panose="02020603050405020304" pitchFamily="18" charset="0"/>
              </a:rPr>
              <a:t>제로원</a:t>
            </a:r>
            <a:r>
              <a:rPr lang="ko-KR" altLang="en-US" sz="11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100" kern="100" dirty="0">
                <a:latin typeface="+mn-ea"/>
                <a:cs typeface="Times New Roman" panose="02020603050405020304" pitchFamily="18" charset="0"/>
              </a:rPr>
              <a:t>02-476-0379)</a:t>
            </a:r>
            <a:endParaRPr lang="ko-KR" altLang="ko-KR" sz="11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5EE92-5742-5AEA-5EFC-FA2D25D6B0BB}"/>
              </a:ext>
            </a:extLst>
          </p:cNvPr>
          <p:cNvSpPr txBox="1"/>
          <p:nvPr/>
        </p:nvSpPr>
        <p:spPr>
          <a:xfrm>
            <a:off x="4474170" y="6134526"/>
            <a:ext cx="4031891" cy="48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6087" algn="ctr">
              <a:lnSpc>
                <a:spcPct val="200000"/>
              </a:lnSpc>
              <a:spcAft>
                <a:spcPts val="113"/>
              </a:spcAft>
            </a:pPr>
            <a:r>
              <a:rPr lang="en-US" altLang="ko-KR" sz="15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“</a:t>
            </a:r>
            <a:r>
              <a:rPr lang="ko-KR" altLang="en-US" sz="15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펌웨어 후 꼭 버전 확인해 주세요</a:t>
            </a:r>
            <a:r>
              <a:rPr lang="en-US" altLang="ko-KR" sz="1500" b="1" kern="1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.”</a:t>
            </a:r>
            <a:endParaRPr lang="ko-KR" altLang="ko-KR" sz="1500" b="1" kern="100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A1D92-2500-90D2-A302-C0DBDEC3B449}"/>
              </a:ext>
            </a:extLst>
          </p:cNvPr>
          <p:cNvSpPr txBox="1"/>
          <p:nvPr/>
        </p:nvSpPr>
        <p:spPr>
          <a:xfrm>
            <a:off x="293906" y="842393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+mn-ea"/>
              </a:rPr>
              <a:t>펌웨어 작업 순서</a:t>
            </a:r>
            <a:endParaRPr lang="en-US" altLang="ko-KR" sz="1200" b="1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3708159-2F0C-1CFC-0EE8-DB8883330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4" y="3288698"/>
            <a:ext cx="2761951" cy="295607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1F6BE2-CB9F-9679-A644-4A846D035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067" y="3707450"/>
            <a:ext cx="4364751" cy="2537319"/>
          </a:xfrm>
          <a:prstGeom prst="rect">
            <a:avLst/>
          </a:prstGeom>
        </p:spPr>
      </p:pic>
      <p:sp>
        <p:nvSpPr>
          <p:cNvPr id="15" name="화살표: 아래로 구부러짐 14">
            <a:extLst>
              <a:ext uri="{FF2B5EF4-FFF2-40B4-BE49-F238E27FC236}">
                <a16:creationId xmlns:a16="http://schemas.microsoft.com/office/drawing/2014/main" id="{A5B98F70-38BD-733F-FD77-EB604DDDBB56}"/>
              </a:ext>
            </a:extLst>
          </p:cNvPr>
          <p:cNvSpPr/>
          <p:nvPr/>
        </p:nvSpPr>
        <p:spPr>
          <a:xfrm rot="21224176">
            <a:off x="2021242" y="3051383"/>
            <a:ext cx="2836890" cy="753426"/>
          </a:xfrm>
          <a:prstGeom prst="curved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EE4B8E-E6DB-1837-0D39-E080DC22339D}"/>
              </a:ext>
            </a:extLst>
          </p:cNvPr>
          <p:cNvSpPr/>
          <p:nvPr/>
        </p:nvSpPr>
        <p:spPr>
          <a:xfrm>
            <a:off x="1369337" y="3990485"/>
            <a:ext cx="995680" cy="6608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394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159</TotalTime>
  <Words>118</Words>
  <Application>Microsoft Office PowerPoint</Application>
  <PresentationFormat>화면 슬라이드 쇼(4:3)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Calibri</vt:lpstr>
      <vt:lpstr>Calibri Light</vt:lpstr>
      <vt:lpstr>Times New Roman</vt:lpstr>
      <vt:lpstr>Office 2013 - 2022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김현준</dc:creator>
  <cp:lastModifiedBy>admin</cp:lastModifiedBy>
  <cp:revision>6</cp:revision>
  <dcterms:created xsi:type="dcterms:W3CDTF">2022-01-17T02:37:49Z</dcterms:created>
  <dcterms:modified xsi:type="dcterms:W3CDTF">2026-06-26T05:03:39Z</dcterms:modified>
</cp:coreProperties>
</file>